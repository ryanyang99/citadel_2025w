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jpe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jpeg"  /><Relationship Id="rId3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심화 프로젝트 기획안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김승준</a:t>
            </a:r>
            <a:r>
              <a:rPr lang="en-US" altLang="ko-KR"/>
              <a:t>,</a:t>
            </a:r>
            <a:r>
              <a:rPr lang="ko-KR" altLang="en-US"/>
              <a:t>조성준</a:t>
            </a:r>
            <a:r>
              <a:rPr lang="en-US" altLang="ko-KR"/>
              <a:t>,</a:t>
            </a:r>
            <a:r>
              <a:rPr lang="ko-KR" altLang="en-US"/>
              <a:t>한현수</a:t>
            </a:r>
            <a:r>
              <a:rPr lang="en-US" altLang="ko-KR"/>
              <a:t>,</a:t>
            </a:r>
            <a:r>
              <a:rPr lang="ko-KR" altLang="en-US"/>
              <a:t>한예준</a:t>
            </a:r>
            <a:r>
              <a:rPr lang="en-US" altLang="ko-KR"/>
              <a:t>,</a:t>
            </a:r>
            <a:r>
              <a:rPr lang="ko-KR" altLang="en-US"/>
              <a:t>양윤성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rcRect l="33970"/>
          <a:stretch>
            <a:fillRect/>
          </a:stretch>
        </p:blipFill>
        <p:spPr>
          <a:xfrm>
            <a:off x="7531274" y="1417638"/>
            <a:ext cx="4479390" cy="470852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탑뷰 영지 경영 게임 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/>
              <a:t>엔진</a:t>
            </a:r>
            <a:r>
              <a:rPr lang="en-US" altLang="ko-KR"/>
              <a:t>/</a:t>
            </a:r>
            <a:r>
              <a:rPr lang="ko-KR" altLang="en-US"/>
              <a:t>플랫폼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Unity </a:t>
            </a:r>
            <a:r>
              <a:rPr lang="ko-KR" altLang="en-US"/>
              <a:t>엔진</a:t>
            </a:r>
            <a:endParaRPr lang="ko-KR" altLang="en-US"/>
          </a:p>
          <a:p>
            <a:pPr>
              <a:defRPr/>
            </a:pPr>
            <a:r>
              <a:rPr lang="ko-KR" altLang="en-US"/>
              <a:t>장르 </a:t>
            </a:r>
            <a:r>
              <a:rPr lang="en-US" altLang="ko-KR"/>
              <a:t>:</a:t>
            </a:r>
            <a:r>
              <a:rPr lang="ko-KR" altLang="en-US"/>
              <a:t> 탑뷰 전략 </a:t>
            </a:r>
            <a:r>
              <a:rPr lang="en-US" altLang="ko-KR"/>
              <a:t>/</a:t>
            </a:r>
            <a:r>
              <a:rPr lang="ko-KR" altLang="en-US"/>
              <a:t> 경영 시뮬레이션</a:t>
            </a:r>
            <a:endParaRPr lang="ko-KR" altLang="en-US"/>
          </a:p>
          <a:p>
            <a:pPr>
              <a:defRPr/>
            </a:pPr>
            <a:r>
              <a:rPr lang="ko-KR" altLang="en-US"/>
              <a:t>기간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6</a:t>
            </a:r>
            <a:r>
              <a:rPr lang="ko-KR" altLang="en-US"/>
              <a:t>주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2</a:t>
            </a:r>
            <a:r>
              <a:rPr lang="ko-KR" altLang="en-US"/>
              <a:t>주</a:t>
            </a:r>
            <a:r>
              <a:rPr lang="en-US" altLang="ko-KR"/>
              <a:t>(</a:t>
            </a:r>
            <a:r>
              <a:rPr lang="ko-KR" altLang="en-US"/>
              <a:t>리팩토링</a:t>
            </a:r>
            <a:r>
              <a:rPr lang="en-US" altLang="ko-KR"/>
              <a:t>,</a:t>
            </a:r>
            <a:r>
              <a:rPr lang="ko-KR" altLang="en-US"/>
              <a:t>버그수정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목표 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영지 성장 </a:t>
            </a:r>
            <a:r>
              <a:rPr lang="en-US" altLang="ko-KR"/>
              <a:t>,</a:t>
            </a:r>
            <a:r>
              <a:rPr lang="ko-KR" altLang="en-US"/>
              <a:t> 건물 건설 및 업그레이드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자원 관리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병력 생산 및 유지비 관리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시민 만족도 </a:t>
            </a:r>
            <a:r>
              <a:rPr lang="en-US" altLang="ko-KR"/>
              <a:t>/</a:t>
            </a:r>
            <a:r>
              <a:rPr lang="ko-KR" altLang="en-US"/>
              <a:t> 문화 점수 시스템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프로젝트 핵심 특징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성장 곡선 </a:t>
            </a:r>
            <a:r>
              <a:rPr lang="en-US" altLang="ko-KR"/>
              <a:t>:</a:t>
            </a:r>
            <a:r>
              <a:rPr lang="ko-KR" altLang="en-US"/>
              <a:t> 단계적 발전 </a:t>
            </a:r>
            <a:r>
              <a:rPr lang="en-US" altLang="ko-KR"/>
              <a:t>(</a:t>
            </a:r>
            <a:r>
              <a:rPr lang="ko-KR" altLang="en-US"/>
              <a:t>나무 </a:t>
            </a:r>
            <a:r>
              <a:rPr lang="en-US" altLang="ko-KR"/>
              <a:t>-&gt;</a:t>
            </a:r>
            <a:r>
              <a:rPr lang="ko-KR" altLang="en-US"/>
              <a:t> 돌 </a:t>
            </a:r>
            <a:r>
              <a:rPr lang="en-US" altLang="ko-KR"/>
              <a:t>-&gt;</a:t>
            </a:r>
            <a:r>
              <a:rPr lang="ko-KR" altLang="en-US"/>
              <a:t> 요새화</a:t>
            </a:r>
            <a:r>
              <a:rPr lang="en-US" altLang="ko-KR"/>
              <a:t>)</a:t>
            </a:r>
            <a:r>
              <a:rPr lang="ko-KR" altLang="en-US"/>
              <a:t> 로 직관적인 목표 제공</a:t>
            </a:r>
            <a:endParaRPr lang="ko-KR" altLang="en-US"/>
          </a:p>
          <a:p>
            <a:pPr>
              <a:defRPr/>
            </a:pPr>
            <a:r>
              <a:rPr lang="ko-KR" altLang="en-US"/>
              <a:t>자원 다양성 </a:t>
            </a:r>
            <a:r>
              <a:rPr lang="en-US" altLang="ko-KR"/>
              <a:t>:</a:t>
            </a:r>
            <a:r>
              <a:rPr lang="ko-KR" altLang="en-US"/>
              <a:t> 식량</a:t>
            </a:r>
            <a:r>
              <a:rPr lang="en-US" altLang="ko-KR"/>
              <a:t>,</a:t>
            </a:r>
            <a:r>
              <a:rPr lang="ko-KR" altLang="en-US"/>
              <a:t>물</a:t>
            </a:r>
            <a:r>
              <a:rPr lang="en-US" altLang="ko-KR"/>
              <a:t>,</a:t>
            </a:r>
            <a:r>
              <a:rPr lang="ko-KR" altLang="en-US"/>
              <a:t>돌</a:t>
            </a:r>
            <a:r>
              <a:rPr lang="en-US" altLang="ko-KR"/>
              <a:t>,</a:t>
            </a:r>
            <a:r>
              <a:rPr lang="ko-KR" altLang="en-US"/>
              <a:t>석탄 등 관리 </a:t>
            </a:r>
            <a:r>
              <a:rPr lang="en-US" altLang="ko-KR"/>
              <a:t>-&gt;</a:t>
            </a:r>
            <a:r>
              <a:rPr lang="ko-KR" altLang="en-US"/>
              <a:t> 경영 재미</a:t>
            </a:r>
            <a:endParaRPr lang="ko-KR" altLang="en-US"/>
          </a:p>
          <a:p>
            <a:pPr>
              <a:defRPr/>
            </a:pPr>
            <a:r>
              <a:rPr lang="ko-KR" altLang="en-US"/>
              <a:t>건물 특화 </a:t>
            </a:r>
            <a:r>
              <a:rPr lang="en-US" altLang="ko-KR"/>
              <a:t>:</a:t>
            </a:r>
            <a:r>
              <a:rPr lang="ko-KR" altLang="en-US"/>
              <a:t> 본관</a:t>
            </a:r>
            <a:r>
              <a:rPr lang="en-US" altLang="ko-KR"/>
              <a:t>(</a:t>
            </a:r>
            <a:r>
              <a:rPr lang="ko-KR" altLang="en-US"/>
              <a:t>행정</a:t>
            </a:r>
            <a:r>
              <a:rPr lang="en-US" altLang="ko-KR"/>
              <a:t>/</a:t>
            </a:r>
            <a:r>
              <a:rPr lang="ko-KR" altLang="en-US"/>
              <a:t>군사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,</a:t>
            </a:r>
            <a:r>
              <a:rPr lang="ko-KR" altLang="en-US"/>
              <a:t> 농장</a:t>
            </a:r>
            <a:r>
              <a:rPr lang="en-US" altLang="ko-KR"/>
              <a:t>(</a:t>
            </a:r>
            <a:r>
              <a:rPr lang="ko-KR" altLang="en-US"/>
              <a:t>계절 생산량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,</a:t>
            </a:r>
            <a:r>
              <a:rPr lang="ko-KR" altLang="en-US"/>
              <a:t> 광산</a:t>
            </a:r>
            <a:r>
              <a:rPr lang="en-US" altLang="ko-KR"/>
              <a:t>(</a:t>
            </a:r>
            <a:r>
              <a:rPr lang="ko-KR" altLang="en-US"/>
              <a:t>희귀 자원</a:t>
            </a:r>
            <a:r>
              <a:rPr lang="en-US" altLang="ko-KR"/>
              <a:t>),</a:t>
            </a:r>
            <a:r>
              <a:rPr lang="ko-KR" altLang="en-US"/>
              <a:t> 조경물 </a:t>
            </a:r>
            <a:r>
              <a:rPr lang="en-US" altLang="ko-KR"/>
              <a:t>(</a:t>
            </a:r>
            <a:r>
              <a:rPr lang="ko-KR" altLang="en-US"/>
              <a:t>시민 만족도</a:t>
            </a:r>
            <a:r>
              <a:rPr lang="en-US" altLang="ko-KR"/>
              <a:t>,</a:t>
            </a:r>
            <a:r>
              <a:rPr lang="ko-KR" altLang="en-US"/>
              <a:t> 특화 능력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병력 관리 </a:t>
            </a:r>
            <a:r>
              <a:rPr lang="en-US" altLang="ko-KR"/>
              <a:t>:</a:t>
            </a:r>
            <a:r>
              <a:rPr lang="ko-KR" altLang="en-US"/>
              <a:t> 병력 생산 </a:t>
            </a:r>
            <a:r>
              <a:rPr lang="en-US" altLang="ko-KR"/>
              <a:t>,</a:t>
            </a:r>
            <a:r>
              <a:rPr lang="ko-KR" altLang="en-US"/>
              <a:t> 유지미 </a:t>
            </a:r>
            <a:r>
              <a:rPr lang="en-US" altLang="ko-KR"/>
              <a:t>(</a:t>
            </a:r>
            <a:r>
              <a:rPr lang="ko-KR" altLang="en-US"/>
              <a:t>식량</a:t>
            </a:r>
            <a:r>
              <a:rPr lang="en-US" altLang="ko-KR"/>
              <a:t>/</a:t>
            </a:r>
            <a:r>
              <a:rPr lang="ko-KR" altLang="en-US"/>
              <a:t>금</a:t>
            </a:r>
            <a:r>
              <a:rPr lang="en-US" altLang="ko-KR"/>
              <a:t>)</a:t>
            </a:r>
            <a:r>
              <a:rPr lang="ko-KR" altLang="en-US"/>
              <a:t> 으로 균형 유지</a:t>
            </a:r>
            <a:endParaRPr lang="ko-KR" altLang="en-US"/>
          </a:p>
          <a:p>
            <a:pPr>
              <a:defRPr/>
            </a:pPr>
            <a:r>
              <a:rPr lang="ko-KR" altLang="en-US"/>
              <a:t>문화 요소 </a:t>
            </a:r>
            <a:r>
              <a:rPr lang="en-US" altLang="ko-KR"/>
              <a:t>:</a:t>
            </a:r>
            <a:r>
              <a:rPr lang="ko-KR" altLang="en-US"/>
              <a:t> 문화 건물 </a:t>
            </a:r>
            <a:r>
              <a:rPr lang="en-US" altLang="ko-KR"/>
              <a:t>/</a:t>
            </a:r>
            <a:r>
              <a:rPr lang="ko-KR" altLang="en-US"/>
              <a:t>연구소 </a:t>
            </a:r>
            <a:r>
              <a:rPr lang="en-US" altLang="ko-KR"/>
              <a:t>-&gt;</a:t>
            </a:r>
            <a:r>
              <a:rPr lang="ko-KR" altLang="en-US"/>
              <a:t> 만족도</a:t>
            </a:r>
            <a:r>
              <a:rPr lang="en-US" altLang="ko-KR"/>
              <a:t>,</a:t>
            </a:r>
            <a:r>
              <a:rPr lang="ko-KR" altLang="en-US"/>
              <a:t> 연구 포인트 제공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레벨별 건물 구조 변화 </a:t>
            </a:r>
            <a:r>
              <a:rPr lang="en-US" altLang="ko-KR"/>
              <a:t>(</a:t>
            </a:r>
            <a:r>
              <a:rPr lang="ko-KR" altLang="en-US"/>
              <a:t>예시</a:t>
            </a:r>
            <a:r>
              <a:rPr lang="en-US" altLang="ko-KR"/>
              <a:t>)</a:t>
            </a:r>
            <a:endParaRPr lang="en-US" altLang="ko-KR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09599" y="1417638"/>
            <a:ext cx="10725576" cy="46335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주간 개발 계획 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/>
              <a:t>1주차 </a:t>
            </a:r>
            <a:r>
              <a:rPr lang="en-US" altLang="ko-KR"/>
              <a:t>:</a:t>
            </a:r>
            <a:r>
              <a:rPr lang="ko-KR" altLang="en-US"/>
              <a:t> 환경 세팅 </a:t>
            </a:r>
            <a:r>
              <a:rPr lang="en-US" altLang="ko-KR"/>
              <a:t>&amp;</a:t>
            </a:r>
            <a:r>
              <a:rPr lang="ko-KR" altLang="en-US"/>
              <a:t> 기초 학습</a:t>
            </a:r>
            <a:endParaRPr lang="ko-KR" altLang="en-US"/>
          </a:p>
          <a:p>
            <a:pPr>
              <a:defRPr/>
            </a:pPr>
            <a:r>
              <a:rPr lang="ko-KR" altLang="en-US"/>
              <a:t>깃허브 서버 정리</a:t>
            </a:r>
            <a:endParaRPr lang="ko-KR" altLang="en-US"/>
          </a:p>
          <a:p>
            <a:pPr>
              <a:defRPr/>
            </a:pPr>
            <a:r>
              <a:rPr lang="ko-KR" altLang="en-US"/>
              <a:t>브랜치 전략 </a:t>
            </a:r>
            <a:r>
              <a:rPr lang="en-US" altLang="ko-KR"/>
              <a:t>,</a:t>
            </a:r>
            <a:r>
              <a:rPr lang="ko-KR" altLang="en-US"/>
              <a:t> 팀 규칙 문서 체계화</a:t>
            </a:r>
            <a:endParaRPr lang="ko-KR" altLang="en-US"/>
          </a:p>
          <a:p>
            <a:pPr>
              <a:defRPr/>
            </a:pPr>
            <a:r>
              <a:rPr lang="en-US" altLang="ko-KR"/>
              <a:t>Unity </a:t>
            </a:r>
            <a:r>
              <a:rPr lang="ko-KR" altLang="en-US"/>
              <a:t>기본 프로젝트 </a:t>
            </a:r>
            <a:r>
              <a:rPr lang="en-US" altLang="ko-KR"/>
              <a:t>(</a:t>
            </a:r>
            <a:r>
              <a:rPr lang="ko-KR" altLang="en-US"/>
              <a:t> 기본 </a:t>
            </a:r>
            <a:r>
              <a:rPr lang="en-US" altLang="ko-KR"/>
              <a:t>Canvans, empty Scene)</a:t>
            </a:r>
            <a:endParaRPr lang="en-US" altLang="ko-KR"/>
          </a:p>
          <a:p>
            <a:pPr>
              <a:defRPr/>
            </a:pPr>
            <a:r>
              <a:rPr lang="ko-KR" altLang="en-US"/>
              <a:t>최소 </a:t>
            </a:r>
            <a:r>
              <a:rPr lang="en-US" altLang="ko-KR"/>
              <a:t>UI</a:t>
            </a:r>
            <a:r>
              <a:rPr lang="ko-KR" altLang="en-US"/>
              <a:t> </a:t>
            </a:r>
            <a:r>
              <a:rPr lang="en-US" altLang="ko-KR"/>
              <a:t>,</a:t>
            </a:r>
            <a:r>
              <a:rPr lang="ko-KR" altLang="en-US"/>
              <a:t> 버튼 스크립트 작성</a:t>
            </a:r>
            <a:endParaRPr lang="ko-KR" altLang="en-US"/>
          </a:p>
          <a:p>
            <a:pPr>
              <a:defRPr/>
            </a:pPr>
            <a:r>
              <a:rPr lang="en-US" altLang="ko-KR"/>
              <a:t>Prefab</a:t>
            </a:r>
            <a:r>
              <a:rPr lang="ko-KR" altLang="en-US"/>
              <a:t> 수집 </a:t>
            </a:r>
            <a:r>
              <a:rPr lang="en-US" altLang="ko-KR"/>
              <a:t>,</a:t>
            </a:r>
            <a:r>
              <a:rPr lang="ko-KR" altLang="en-US"/>
              <a:t> 공유 </a:t>
            </a:r>
            <a:r>
              <a:rPr lang="en-US" altLang="ko-KR"/>
              <a:t>(</a:t>
            </a:r>
            <a:r>
              <a:rPr lang="ko-KR" altLang="en-US"/>
              <a:t>건물 </a:t>
            </a:r>
            <a:r>
              <a:rPr lang="en-US" altLang="ko-KR"/>
              <a:t>,</a:t>
            </a:r>
            <a:r>
              <a:rPr lang="ko-KR" altLang="en-US"/>
              <a:t> 자원 아이콘 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-&gt;</a:t>
            </a:r>
            <a:r>
              <a:rPr lang="ko-KR" altLang="en-US"/>
              <a:t> 에셋 수집</a:t>
            </a:r>
            <a:endParaRPr lang="ko-KR" altLang="en-US"/>
          </a:p>
          <a:p>
            <a:pPr>
              <a:defRPr/>
            </a:pPr>
            <a:r>
              <a:rPr lang="ko-KR" altLang="en-US"/>
              <a:t>팀 공유 문서 정리</a:t>
            </a:r>
            <a:endParaRPr lang="ko-KR" altLang="en-US"/>
          </a:p>
          <a:p>
            <a:pPr>
              <a:defRPr/>
            </a:pPr>
            <a:r>
              <a:rPr lang="ko-KR" altLang="en-US"/>
              <a:t>담당자 브리핑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탑뷰 </a:t>
            </a:r>
            <a:r>
              <a:rPr lang="en-US" altLang="ko-KR"/>
              <a:t>UI </a:t>
            </a:r>
            <a:r>
              <a:rPr lang="ko-KR" altLang="en-US"/>
              <a:t>배치 </a:t>
            </a:r>
            <a:r>
              <a:rPr lang="en-US" altLang="ko-KR"/>
              <a:t>(</a:t>
            </a:r>
            <a:r>
              <a:rPr lang="ko-KR" altLang="en-US"/>
              <a:t>미정</a:t>
            </a:r>
            <a:r>
              <a:rPr lang="en-US" altLang="ko-KR"/>
              <a:t>)</a:t>
            </a:r>
            <a:endParaRPr lang="en-US" altLang="ko-KR"/>
          </a:p>
        </p:txBody>
      </p:sp>
      <p:pic>
        <p:nvPicPr>
          <p:cNvPr id="4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09599" y="1417638"/>
            <a:ext cx="4745690" cy="4525963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rcRect b="4920"/>
          <a:stretch>
            <a:fillRect/>
          </a:stretch>
        </p:blipFill>
        <p:spPr>
          <a:xfrm>
            <a:off x="6096000" y="1417637"/>
            <a:ext cx="5290170" cy="4525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개요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제목 </a:t>
            </a:r>
            <a:r>
              <a:rPr lang="en-US" altLang="ko-KR"/>
              <a:t>:</a:t>
            </a:r>
            <a:r>
              <a:rPr lang="ko-KR" altLang="en-US"/>
              <a:t> 시타델 </a:t>
            </a:r>
            <a:endParaRPr lang="ko-KR" altLang="en-US"/>
          </a:p>
          <a:p>
            <a:pPr>
              <a:defRPr/>
            </a:pPr>
            <a:r>
              <a:rPr lang="ko-KR" altLang="en-US"/>
              <a:t>장르 </a:t>
            </a:r>
            <a:r>
              <a:rPr lang="en-US" altLang="ko-KR"/>
              <a:t>:</a:t>
            </a:r>
            <a:r>
              <a:rPr lang="ko-KR" altLang="en-US"/>
              <a:t> 전략</a:t>
            </a:r>
            <a:r>
              <a:rPr lang="en-US" altLang="ko-KR"/>
              <a:t>/</a:t>
            </a:r>
            <a:r>
              <a:rPr lang="ko-KR" altLang="en-US"/>
              <a:t> 경영 시뮬레이션</a:t>
            </a:r>
            <a:endParaRPr lang="ko-KR" altLang="en-US"/>
          </a:p>
          <a:p>
            <a:pPr>
              <a:defRPr/>
            </a:pPr>
            <a:r>
              <a:rPr lang="ko-KR" altLang="en-US"/>
              <a:t>플랫폼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Unity</a:t>
            </a:r>
            <a:r>
              <a:rPr lang="ko-KR" altLang="en-US"/>
              <a:t> 엔진</a:t>
            </a:r>
            <a:endParaRPr lang="ko-KR" altLang="en-US"/>
          </a:p>
          <a:p>
            <a:pPr>
              <a:defRPr/>
            </a:pPr>
            <a:r>
              <a:rPr lang="ko-KR" altLang="en-US"/>
              <a:t>핵심 컨셉 </a:t>
            </a:r>
            <a:r>
              <a:rPr lang="en-US" altLang="ko-KR"/>
              <a:t>:</a:t>
            </a:r>
            <a:r>
              <a:rPr lang="ko-KR" altLang="en-US"/>
              <a:t> 작은 영지에서 점점 성장해나가는 것</a:t>
            </a:r>
            <a:endParaRPr lang="ko-KR" altLang="en-US"/>
          </a:p>
          <a:p>
            <a:pPr marL="0" indent="0">
              <a:buNone/>
              <a:defRPr/>
            </a:pPr>
            <a:endParaRPr lang="ko-KR" altLang="en-US"/>
          </a:p>
          <a:p>
            <a:pPr marL="0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초기 디자인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메인 메뉴 기초 틀 </a:t>
            </a:r>
            <a:r>
              <a:rPr lang="en-US" altLang="ko-KR"/>
              <a:t>(UI</a:t>
            </a:r>
            <a:r>
              <a:rPr lang="ko-KR" altLang="en-US"/>
              <a:t> 작업 전</a:t>
            </a:r>
            <a:r>
              <a:rPr lang="en-US" altLang="ko-KR"/>
              <a:t>)</a:t>
            </a:r>
            <a:endParaRPr lang="ko-KR" altLang="en-US"/>
          </a:p>
          <a:p>
            <a:pPr>
              <a:defRPr/>
            </a:pPr>
            <a:endParaRPr lang="en-US" altLang="ko-KR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2506" y="2297509"/>
            <a:ext cx="5253494" cy="3828653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28903" y="2297509"/>
            <a:ext cx="5253494" cy="38286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</a:t>
            </a:r>
            <a:r>
              <a:rPr lang="ko-KR" altLang="en-US"/>
              <a:t>주차 개발 계획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에셋 통일화 </a:t>
            </a:r>
            <a:endParaRPr lang="ko-KR" altLang="en-US"/>
          </a:p>
          <a:p>
            <a:pPr>
              <a:defRPr/>
            </a:pPr>
            <a:r>
              <a:rPr lang="ko-KR" altLang="en-US"/>
              <a:t>영지 레벨 업 설계 로직 </a:t>
            </a:r>
            <a:r>
              <a:rPr lang="en-US" altLang="ko-KR"/>
              <a:t>(</a:t>
            </a:r>
            <a:r>
              <a:rPr lang="ko-KR" altLang="en-US"/>
              <a:t>조건</a:t>
            </a:r>
            <a:r>
              <a:rPr lang="en-US" altLang="ko-KR"/>
              <a:t>,</a:t>
            </a:r>
            <a:r>
              <a:rPr lang="ko-KR" altLang="en-US"/>
              <a:t> 자원 필요량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건물 기능 </a:t>
            </a:r>
            <a:r>
              <a:rPr lang="en-US" altLang="ko-KR"/>
              <a:t>(</a:t>
            </a:r>
            <a:r>
              <a:rPr lang="ko-KR" altLang="en-US"/>
              <a:t>행정</a:t>
            </a:r>
            <a:r>
              <a:rPr lang="en-US" altLang="ko-KR"/>
              <a:t>/</a:t>
            </a:r>
            <a:r>
              <a:rPr lang="ko-KR" altLang="en-US"/>
              <a:t> 군사 레벨별 효과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레벨 표시 </a:t>
            </a:r>
            <a:r>
              <a:rPr lang="en-US" altLang="ko-KR"/>
              <a:t>UI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텍스트</a:t>
            </a:r>
            <a:r>
              <a:rPr lang="en-US" altLang="ko-KR"/>
              <a:t>/</a:t>
            </a:r>
            <a:r>
              <a:rPr lang="ko-KR" altLang="en-US"/>
              <a:t>아이콘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그리드 시스템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211</ep:Words>
  <ep:PresentationFormat>화면 슬라이드 쇼(4:3)</ep:PresentationFormat>
  <ep:Paragraphs>41</ep:Paragraphs>
  <ep:Slides>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한컴오피스</vt:lpstr>
      <vt:lpstr>심화 프로젝트 기획안</vt:lpstr>
      <vt:lpstr>탑뷰 영지 경영 게임</vt:lpstr>
      <vt:lpstr>프로젝트 핵심 특징</vt:lpstr>
      <vt:lpstr>레벨별 건물 구조 변화 (예시)</vt:lpstr>
      <vt:lpstr>주간 개발 계획</vt:lpstr>
      <vt:lpstr>탑뷰 UI 배치 (미정)</vt:lpstr>
      <vt:lpstr>게임 개요</vt:lpstr>
      <vt:lpstr>게임 초기 디자인</vt:lpstr>
      <vt:lpstr>2주차 개발 계획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2025-12-14T08:08:17.452</dcterms:created>
  <dc:creator>jihou</dc:creator>
  <cp:lastModifiedBy>jihou</cp:lastModifiedBy>
  <dcterms:modified xsi:type="dcterms:W3CDTF">2025-12-23T01:49:33.138</dcterms:modified>
  <cp:revision>18</cp:revision>
  <dc:title>심화 프로젝트 기획안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